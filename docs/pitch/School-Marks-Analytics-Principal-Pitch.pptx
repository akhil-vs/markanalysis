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1097280"/>
            <a:ext cx="5486400" cy="4572000"/>
          </a:xfrm>
          <a:prstGeom prst="ellipse">
            <a:avLst/>
          </a:prstGeom>
          <a:solidFill>
            <a:srgbClr val="1F4D40"/>
          </a:solidFill>
          <a:ln/>
          <a:effectLst>
            <a:outerShdw sx="100000" sy="100000" kx="0" ky="0" algn="bl" rotWithShape="0" blurRad="508000" dist="50800" dir="162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-1371600" y="4114800"/>
            <a:ext cx="4572000" cy="3657600"/>
          </a:xfrm>
          <a:prstGeom prst="ellipse">
            <a:avLst/>
          </a:prstGeom>
          <a:solidFill>
            <a:srgbClr val="3A342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BRIEFING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 week, under control.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role-based marks and results platform for your school — teachers enter, leadership approves, and every official list comes from one source of truth.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572000"/>
            <a:ext cx="3291840" cy="411480"/>
          </a:xfrm>
          <a:prstGeom prst="roundRect">
            <a:avLst>
              <a:gd name="adj" fmla="val 44444"/>
            </a:avLst>
          </a:prstGeom>
          <a:solidFill>
            <a:srgbClr val="1A3348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617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30–45 minute conversation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0" y="4572000"/>
            <a:ext cx="3291840" cy="411480"/>
          </a:xfrm>
          <a:prstGeom prst="roundRect">
            <a:avLst>
              <a:gd name="adj" fmla="val 44444"/>
            </a:avLst>
          </a:prstGeom>
          <a:solidFill>
            <a:srgbClr val="1A3348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4617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principals &amp; exam co-ordinators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0" y="4572000"/>
            <a:ext cx="3291840" cy="411480"/>
          </a:xfrm>
          <a:prstGeom prst="roundRect">
            <a:avLst>
              <a:gd name="adj" fmla="val 44444"/>
            </a:avLst>
          </a:prstGeom>
          <a:solidFill>
            <a:srgbClr val="1A3348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4617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Pilot-ready in one exam cycle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Marks Analytics · PencilLabs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 TODAY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still live in scattered spreadsheets.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exam, leadership chases incomplete registers, merges files by hand, and hopes the consolidated list matches what parents will see.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AF5F2"/>
          </a:solidFill>
          <a:ln w="12700">
            <a:solidFill>
              <a:srgbClr val="E8D5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860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C4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FRICTIONS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keep personal mark sheets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consolidates under deadline pressure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papers still print as “final”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audit trail when a mark is questioned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Year-on-year comparison means another weekend in Excel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21031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E6F1EC"/>
          </a:solidFill>
          <a:ln w="12700">
            <a:solidFill>
              <a:srgbClr val="B7D0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2860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LEADERSHIP NEEDS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274320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see what is still missing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gate before anything becomes official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letterhead on every download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ready for board and parent meetings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access you control, not shared passwords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Marks Analytics · PencilLabs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MARKS ANALYTICS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controlled workflow from draft to official.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stay draft until submitted and approved. Only approved data feeds analytics, ranks, consolidated lists, report cards, and the parent portal.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651760" cy="502920"/>
          </a:xfrm>
          <a:prstGeom prst="roundRect">
            <a:avLst>
              <a:gd name="adj" fmla="val 45455"/>
            </a:avLst>
          </a:prstGeom>
          <a:solidFill>
            <a:srgbClr val="E6F1EC"/>
          </a:solidFill>
          <a:ln w="12700">
            <a:solidFill>
              <a:srgbClr val="B7D0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128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enter drafts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63240" y="21945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A35A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2651760" cy="502920"/>
          </a:xfrm>
          <a:prstGeom prst="roundRect">
            <a:avLst>
              <a:gd name="adj" fmla="val 45455"/>
            </a:avLst>
          </a:prstGeom>
          <a:solidFill>
            <a:srgbClr val="E6F1EC"/>
          </a:solidFill>
          <a:ln w="12700">
            <a:solidFill>
              <a:srgbClr val="B7D0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2128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89320" y="21945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A35A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2148840"/>
            <a:ext cx="2651760" cy="502920"/>
          </a:xfrm>
          <a:prstGeom prst="roundRect">
            <a:avLst>
              <a:gd name="adj" fmla="val 45455"/>
            </a:avLst>
          </a:prstGeom>
          <a:solidFill>
            <a:srgbClr val="E6F1EC"/>
          </a:solidFill>
          <a:ln w="12700">
            <a:solidFill>
              <a:srgbClr val="B7D0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2128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/ Co-ordinator approve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15400" y="21945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A35A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235440" y="2148840"/>
            <a:ext cx="2651760" cy="502920"/>
          </a:xfrm>
          <a:prstGeom prst="roundRect">
            <a:avLst>
              <a:gd name="adj" fmla="val 45455"/>
            </a:avLst>
          </a:prstGeom>
          <a:solidFill>
            <a:srgbClr val="E6F1EC"/>
          </a:solidFill>
          <a:ln w="12700">
            <a:solidFill>
              <a:srgbClr val="B7D0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0" y="22128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· CML · Hall tickets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01752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246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school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8680" y="384048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campus data — staff, marks, and exams never mix with another school.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89120" y="301752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3246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brand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17720" y="384048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address, and crest print as letterhead on PDFs and Excel downloads.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38160" y="301752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3246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control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366760" y="384048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code + principal approval. You decide who enters and what becomes official.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Marks Analytics · PencilLabs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HOW SCHOOLS ALREADY 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roles. Clear accountability.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profile &amp; branding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access &amp; role permissions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moderate registers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insights &amp; Curricular Hub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CML &amp; hall tickets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783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 co-ordinator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17720" y="233172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Records, exams &amp; paper dates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pending uploads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Timetables, leave &amp; cover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registers day-to-day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CML &amp; hall tickets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1783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66760" y="233172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assigned subject registers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draft, then submit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upload with preview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teachers see their section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notices &amp; deadlines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Marks Analytics · PencilLabs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FOR THE PRINCIPAL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Fewer exam-week surprises. Clearer answers.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Pending uploads, early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empty registers and papers waiting for approval. Notify teachers by deadline or incomplete mark list — without ten WhatsApp threads.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Official only when ready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24028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downloads stay watermarked. Official consolidated lists unlock only when every subject in the division is approved.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 that travel upstairs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4805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Class, subject, teacher, and year-on-year views — plus Deep insights and the Curricular Performance Hub for readiness and board-facing reads.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379476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4023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Parent-ready outputs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44805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tickets with photos and paper dates. Report cards with your letterhead. Read-only portal links for approved marks only.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Marks Analytics · PencilLabs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MEETING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walkthrough of your exam-week path.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972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373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0–8 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0" y="1719072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Listen. </a:t>
            </a:r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how marks move today — who enters, who finalises, where things break.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10972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834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min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2816352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Pitch. </a:t>
            </a:r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workflow: draft → approve → official outputs and analytics.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10972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931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12–28 min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3913632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demo. </a:t>
            </a:r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uploads → approve → consolidated list → letterhead, join code, and (optional) hall tickets.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754880"/>
            <a:ext cx="10972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029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28–45 min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68880" y="5010912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&amp; ask. </a:t>
            </a:r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Objections, pilot scope, named champion, start date — or submit Request a school pilot on the site.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Marks Analytics · PencilLabs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NEXT STEP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2–4 week pilot on one exam cycle.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Invite-led campus (not open public signup). One grade or section set. Your exam co-ordinator owns the calendar and approvals. We provision the school after you request a pilot — then support setup in week one.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39496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23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success looks like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4937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CML produced without a spreadsheet merge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registers visible before parent day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and one teacher can run the loop unaided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2194560"/>
            <a:ext cx="539496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423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start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3017520"/>
            <a:ext cx="4937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Request a school pilot on the product site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review and provision a private campus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 principal login + staff join code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exam, classes, co-ordinator, and logo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Marks Analytics · PencilLabs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Shall we run your next unit or mid-term on the platform?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972800" cy="777240"/>
          </a:xfrm>
          <a:prstGeom prst="roundRect">
            <a:avLst>
              <a:gd name="adj" fmla="val 11765"/>
            </a:avLst>
          </a:prstGeom>
          <a:solidFill>
            <a:srgbClr val="16324A"/>
          </a:solidFill>
          <a:ln w="12700">
            <a:solidFill>
              <a:srgbClr val="2A4A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94560"/>
            <a:ext cx="411480" cy="41148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402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212848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or confirm a school pilot request so we can provision your private campus.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10972800" cy="777240"/>
          </a:xfrm>
          <a:prstGeom prst="roundRect">
            <a:avLst>
              <a:gd name="adj" fmla="val 11765"/>
            </a:avLst>
          </a:prstGeom>
          <a:solidFill>
            <a:srgbClr val="16324A"/>
          </a:solidFill>
          <a:ln w="12700">
            <a:solidFill>
              <a:srgbClr val="2A4A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108960"/>
            <a:ext cx="411480" cy="41148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1546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3127248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the principal and exam co-ordinator; share the staff join code with teachers.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10972800" cy="777240"/>
          </a:xfrm>
          <a:prstGeom prst="roundRect">
            <a:avLst>
              <a:gd name="adj" fmla="val 11765"/>
            </a:avLst>
          </a:prstGeom>
          <a:solidFill>
            <a:srgbClr val="16324A"/>
          </a:solidFill>
          <a:ln w="12700">
            <a:solidFill>
              <a:srgbClr val="2A4A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023360"/>
            <a:ext cx="411480" cy="41148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0690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4041648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setup window for profile, classes, subjects, roll, and teacher assignments.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754880"/>
            <a:ext cx="10972800" cy="777240"/>
          </a:xfrm>
          <a:prstGeom prst="roundRect">
            <a:avLst>
              <a:gd name="adj" fmla="val 11765"/>
            </a:avLst>
          </a:prstGeom>
          <a:solidFill>
            <a:srgbClr val="16324A"/>
          </a:solidFill>
          <a:ln w="12700">
            <a:solidFill>
              <a:srgbClr val="2A4A6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4937760"/>
            <a:ext cx="411480" cy="41148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9834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4956048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next scheduled exam as the first live cycle — CML and hall tickets from approved registers only.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Marks Analytics · PencilLabs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Marks Analytics — Principal Meeting Pitch</dc:title>
  <dc:subject>Principal briefing for school adoption</dc:subject>
  <dc:creator>PencilLabs</dc:creator>
  <cp:lastModifiedBy>PencilLabs</cp:lastModifiedBy>
  <cp:revision>1</cp:revision>
  <dcterms:created xsi:type="dcterms:W3CDTF">2026-10-05T11:25:21Z</dcterms:created>
  <dcterms:modified xsi:type="dcterms:W3CDTF">2026-10-05T11:25:21Z</dcterms:modified>
</cp:coreProperties>
</file>